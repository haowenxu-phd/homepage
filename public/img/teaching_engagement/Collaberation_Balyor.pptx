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37305C-176C-470A-A47D-DC3110A68093}" v="1" dt="2026-08-18T03:35:58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wen Xu" userId="e4d95508-d620-4a6c-8c03-9aee462ab9ee" providerId="ADAL" clId="{4E16604C-775F-4494-B3DC-A8CAB6BCA8BB}"/>
    <pc:docChg chg="custSel modSld">
      <pc:chgData name="Haowen Xu" userId="e4d95508-d620-4a6c-8c03-9aee462ab9ee" providerId="ADAL" clId="{4E16604C-775F-4494-B3DC-A8CAB6BCA8BB}" dt="2026-08-18T03:37:31.074" v="52" actId="1076"/>
      <pc:docMkLst>
        <pc:docMk/>
      </pc:docMkLst>
      <pc:sldChg chg="addSp delSp modSp mod">
        <pc:chgData name="Haowen Xu" userId="e4d95508-d620-4a6c-8c03-9aee462ab9ee" providerId="ADAL" clId="{4E16604C-775F-4494-B3DC-A8CAB6BCA8BB}" dt="2026-08-18T03:37:31.074" v="52" actId="1076"/>
        <pc:sldMkLst>
          <pc:docMk/>
          <pc:sldMk cId="2778296848" sldId="256"/>
        </pc:sldMkLst>
        <pc:grpChg chg="add mod ord">
          <ac:chgData name="Haowen Xu" userId="e4d95508-d620-4a6c-8c03-9aee462ab9ee" providerId="ADAL" clId="{4E16604C-775F-4494-B3DC-A8CAB6BCA8BB}" dt="2026-08-18T03:36:13.181" v="36" actId="1076"/>
          <ac:grpSpMkLst>
            <pc:docMk/>
            <pc:sldMk cId="2778296848" sldId="256"/>
            <ac:grpSpMk id="26" creationId="{016CE062-70C4-5DBD-2E1F-B440DACFF984}"/>
          </ac:grpSpMkLst>
        </pc:grpChg>
        <pc:picChg chg="mod">
          <ac:chgData name="Haowen Xu" userId="e4d95508-d620-4a6c-8c03-9aee462ab9ee" providerId="ADAL" clId="{4E16604C-775F-4494-B3DC-A8CAB6BCA8BB}" dt="2026-08-18T03:35:58.659" v="31" actId="164"/>
          <ac:picMkLst>
            <pc:docMk/>
            <pc:sldMk cId="2778296848" sldId="256"/>
            <ac:picMk id="9" creationId="{64BBB82D-64A0-0562-2F36-FA145DBCDF66}"/>
          </ac:picMkLst>
        </pc:picChg>
        <pc:picChg chg="mod">
          <ac:chgData name="Haowen Xu" userId="e4d95508-d620-4a6c-8c03-9aee462ab9ee" providerId="ADAL" clId="{4E16604C-775F-4494-B3DC-A8CAB6BCA8BB}" dt="2026-08-18T03:35:58.659" v="31" actId="164"/>
          <ac:picMkLst>
            <pc:docMk/>
            <pc:sldMk cId="2778296848" sldId="256"/>
            <ac:picMk id="10" creationId="{37FA40C1-4A9B-085B-343C-2B187FF41E68}"/>
          </ac:picMkLst>
        </pc:picChg>
        <pc:picChg chg="mod">
          <ac:chgData name="Haowen Xu" userId="e4d95508-d620-4a6c-8c03-9aee462ab9ee" providerId="ADAL" clId="{4E16604C-775F-4494-B3DC-A8CAB6BCA8BB}" dt="2026-08-18T03:35:58.659" v="31" actId="164"/>
          <ac:picMkLst>
            <pc:docMk/>
            <pc:sldMk cId="2778296848" sldId="256"/>
            <ac:picMk id="13" creationId="{5C7B245F-F03F-275B-C53C-A81014869247}"/>
          </ac:picMkLst>
        </pc:picChg>
        <pc:picChg chg="mod ord">
          <ac:chgData name="Haowen Xu" userId="e4d95508-d620-4a6c-8c03-9aee462ab9ee" providerId="ADAL" clId="{4E16604C-775F-4494-B3DC-A8CAB6BCA8BB}" dt="2026-08-18T03:37:31.074" v="52" actId="1076"/>
          <ac:picMkLst>
            <pc:docMk/>
            <pc:sldMk cId="2778296848" sldId="256"/>
            <ac:picMk id="14" creationId="{2E0DBF2C-6560-C869-F0FD-CB51838C4981}"/>
          </ac:picMkLst>
        </pc:picChg>
        <pc:picChg chg="mod ord">
          <ac:chgData name="Haowen Xu" userId="e4d95508-d620-4a6c-8c03-9aee462ab9ee" providerId="ADAL" clId="{4E16604C-775F-4494-B3DC-A8CAB6BCA8BB}" dt="2026-08-18T03:37:28.952" v="51" actId="1076"/>
          <ac:picMkLst>
            <pc:docMk/>
            <pc:sldMk cId="2778296848" sldId="256"/>
            <ac:picMk id="15" creationId="{FA819818-A4EB-DF9B-B822-6B1A9E7ACDFA}"/>
          </ac:picMkLst>
        </pc:picChg>
        <pc:picChg chg="add mod ord modCrop">
          <ac:chgData name="Haowen Xu" userId="e4d95508-d620-4a6c-8c03-9aee462ab9ee" providerId="ADAL" clId="{4E16604C-775F-4494-B3DC-A8CAB6BCA8BB}" dt="2026-08-18T03:36:17.193" v="41" actId="1038"/>
          <ac:picMkLst>
            <pc:docMk/>
            <pc:sldMk cId="2778296848" sldId="256"/>
            <ac:picMk id="17" creationId="{F24C6AC2-AFBE-451B-30EC-EEFAA22A6344}"/>
          </ac:picMkLst>
        </pc:picChg>
        <pc:picChg chg="add mod modCrop">
          <ac:chgData name="Haowen Xu" userId="e4d95508-d620-4a6c-8c03-9aee462ab9ee" providerId="ADAL" clId="{4E16604C-775F-4494-B3DC-A8CAB6BCA8BB}" dt="2026-08-18T03:35:13.630" v="14" actId="14100"/>
          <ac:picMkLst>
            <pc:docMk/>
            <pc:sldMk cId="2778296848" sldId="256"/>
            <ac:picMk id="19" creationId="{6B26EEBC-0937-1CF0-BE88-39AE807F7A16}"/>
          </ac:picMkLst>
        </pc:picChg>
        <pc:picChg chg="add del mod modCrop">
          <ac:chgData name="Haowen Xu" userId="e4d95508-d620-4a6c-8c03-9aee462ab9ee" providerId="ADAL" clId="{4E16604C-775F-4494-B3DC-A8CAB6BCA8BB}" dt="2026-08-18T03:35:48.962" v="27" actId="21"/>
          <ac:picMkLst>
            <pc:docMk/>
            <pc:sldMk cId="2778296848" sldId="256"/>
            <ac:picMk id="21" creationId="{8FDCB39E-F8FD-B241-110A-A7C39C85D606}"/>
          </ac:picMkLst>
        </pc:picChg>
        <pc:picChg chg="add mod">
          <ac:chgData name="Haowen Xu" userId="e4d95508-d620-4a6c-8c03-9aee462ab9ee" providerId="ADAL" clId="{4E16604C-775F-4494-B3DC-A8CAB6BCA8BB}" dt="2026-08-18T03:35:48.200" v="26" actId="14100"/>
          <ac:picMkLst>
            <pc:docMk/>
            <pc:sldMk cId="2778296848" sldId="256"/>
            <ac:picMk id="23" creationId="{EFC69837-94AA-6DEC-4D32-A8DF923B6D8B}"/>
          </ac:picMkLst>
        </pc:picChg>
        <pc:picChg chg="add mod">
          <ac:chgData name="Haowen Xu" userId="e4d95508-d620-4a6c-8c03-9aee462ab9ee" providerId="ADAL" clId="{4E16604C-775F-4494-B3DC-A8CAB6BCA8BB}" dt="2026-08-18T03:36:17.193" v="41" actId="1038"/>
          <ac:picMkLst>
            <pc:docMk/>
            <pc:sldMk cId="2778296848" sldId="256"/>
            <ac:picMk id="25" creationId="{5AF7CD67-6A25-FA85-CCDD-84B82C0F77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3696-BE50-BA16-03CB-A9ACEEA0F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71882-AB05-6830-6C71-C08483BF8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DE26A-1835-F0A7-4898-31FFF5E0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65BD9-C0C9-A163-E6E9-84E0ED11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5DED-DCC7-7585-9668-70A24EEE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924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8053-3A2A-99B6-5685-5525DC43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8AEE-4B6C-FCB7-D959-F8384D96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2980-6B3C-7E90-6F10-7A9E1A87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8398-8C5D-23CF-6EC8-98E69DA7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506F2-AEEC-35A7-2C3A-BFED285D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741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59FB-411D-9782-D018-65D810E9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DFF9-549B-6638-DD87-093CE4ABA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452CC-B096-39A3-0F7B-07F1C4FD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4478-784C-421B-434B-2A1D139D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E68A5-5364-8EEC-FCA0-73F17A33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25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2885-F827-9EFF-B2FA-4C4E45E1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D7C52-1C53-0169-A726-48FBDA8B8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C7918-F09B-AF80-5560-94A0CFF62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446D6-8423-4192-3BE0-E6BBA7C2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2F9A0-2B6D-6522-4644-3D4757946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204FC-5049-24F4-1D32-A6AAC5E6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755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C673-D4A7-CA94-F59A-CDD00F163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2F4B8-9D11-1B86-EF62-C037A3A5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7AE61-FFEA-3A3C-F28F-ADFC91AFC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53B38-A8E9-2096-DBAA-63BB73412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301E4-3FDC-A603-62A1-EC8487352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7DD9C-A213-65C3-EDCD-99F4933D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E64DCC-D764-22F0-A19C-83D2C959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8F9EED-AB22-9C59-E410-652B58CA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08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FC67-BE7F-F451-24DD-E3713C6A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A41EF-6BE3-5583-A34E-CEB21339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449CE-1D2F-EE59-AD1D-7D91D5B0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F59AD-4BC0-D78F-92DE-0ECE53BF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135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2A68D-4DC5-50D9-2F7A-2D79F7FF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B15A9-8630-7204-97A1-476B3E31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3F159-2B43-CB60-A60E-A39012EB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25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9561-0FE5-B579-4134-3DCDEC96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DE5F2-457B-DEA7-0652-42D9529D3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A28AA-0669-288C-9244-9352BBACC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73E34-591F-67BA-1DA5-0B004045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0D1C6-285A-10C5-D4C0-BA585EDE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63B39-D7E1-CCEF-EFA0-C90AE6B7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9572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CCC36-8876-3812-BD4E-119C0EEE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9D4BB-5B98-3CF1-DBC8-795628AAF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C7E8-CFDD-5507-2CE7-243D24DF1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74D9F-C35F-B6CC-4FC0-D5A4531A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C205B-83FA-F189-0747-346602EB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8E6D2-862C-E085-2C71-775B7246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17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98AA-769C-B241-BCB3-387E6885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42675-BB3F-0CE9-1AA5-07C9DD7E5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C9F09-1D10-4209-F892-75E50268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83E5-9C26-E552-2B0F-F19127F0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A8D19-CF04-3D13-76A1-EB712BD8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135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4FEBE0-2C5F-A587-DEC8-3A7FFA135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F8854-8D6C-C9EE-20DB-61EA79A7A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9282A-F097-1F8E-6005-96F2AD1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B3A67-6083-3912-D0CF-EE35F51E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7A778-1EA9-2BE2-B151-B82771BB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854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D4451-476A-5252-C481-5ABEEA4A7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BFFA3-A494-E2AB-4563-EC87BF5C4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C965-116B-8C8C-787A-5B8BBCF1E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430CE-3554-4A0E-B3C7-DFD9132A8216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779D5-6D60-650F-C9A1-CCA1135D7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2ADCA-C4D4-4E83-5C08-118C0B018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68561-AC31-485C-917D-3B46FA07C3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85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6D2D1-ED85-369C-91CF-3F69606BF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243" y="0"/>
            <a:ext cx="625032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609B2E-82DB-2BCA-62BF-5A6EFB374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5"/>
          <a:stretch>
            <a:fillRect/>
          </a:stretch>
        </p:blipFill>
        <p:spPr>
          <a:xfrm>
            <a:off x="1663243" y="0"/>
            <a:ext cx="6250329" cy="68566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26EEBC-0937-1CF0-BE88-39AE807F7A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51" t="63033" r="37076" b="27277"/>
          <a:stretch>
            <a:fillRect/>
          </a:stretch>
        </p:blipFill>
        <p:spPr>
          <a:xfrm>
            <a:off x="3290614" y="1637609"/>
            <a:ext cx="4622958" cy="31264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4C6AC2-AFBE-451B-30EC-EEFAA22A6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51" t="23916" b="27277"/>
          <a:stretch>
            <a:fillRect/>
          </a:stretch>
        </p:blipFill>
        <p:spPr>
          <a:xfrm>
            <a:off x="3665512" y="1998020"/>
            <a:ext cx="3547311" cy="25301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C69837-94AA-6DEC-4D32-A8DF923B6D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51" t="63033" r="37076" b="27277"/>
          <a:stretch>
            <a:fillRect/>
          </a:stretch>
        </p:blipFill>
        <p:spPr>
          <a:xfrm flipV="1">
            <a:off x="3290614" y="4916424"/>
            <a:ext cx="2012906" cy="17167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F7CD67-6A25-FA85-CCDD-84B82C0F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11" t="73913" r="37963"/>
          <a:stretch>
            <a:fillRect/>
          </a:stretch>
        </p:blipFill>
        <p:spPr>
          <a:xfrm>
            <a:off x="3530362" y="4528209"/>
            <a:ext cx="2221992" cy="178866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16CE062-70C4-5DBD-2E1F-B440DACFF984}"/>
              </a:ext>
            </a:extLst>
          </p:cNvPr>
          <p:cNvGrpSpPr/>
          <p:nvPr/>
        </p:nvGrpSpPr>
        <p:grpSpPr>
          <a:xfrm>
            <a:off x="2224228" y="1988174"/>
            <a:ext cx="1298190" cy="4328698"/>
            <a:chOff x="2071042" y="2000278"/>
            <a:chExt cx="1298190" cy="432869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4BBB82D-64A0-0562-2F36-FA145DBCD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71043" y="3444870"/>
              <a:ext cx="1298189" cy="1389728"/>
            </a:xfrm>
            <a:prstGeom prst="ellipse">
              <a:avLst/>
            </a:prstGeom>
            <a:ln w="63500" cap="rnd">
              <a:noFill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0" name="Picture 9" descr="McManamay Lab People - MCMANAMAY LAB">
              <a:extLst>
                <a:ext uri="{FF2B5EF4-FFF2-40B4-BE49-F238E27FC236}">
                  <a16:creationId xmlns:a16="http://schemas.microsoft.com/office/drawing/2014/main" id="{37FA40C1-4A9B-085B-343C-2B187FF41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6579"/>
            <a:stretch>
              <a:fillRect/>
            </a:stretch>
          </p:blipFill>
          <p:spPr>
            <a:xfrm>
              <a:off x="2071042" y="2000278"/>
              <a:ext cx="1298189" cy="1270869"/>
            </a:xfrm>
            <a:prstGeom prst="ellipse">
              <a:avLst/>
            </a:prstGeom>
            <a:ln w="63500" cap="rnd">
              <a:noFill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3" name="Picture 12" descr="ICTD 2023">
              <a:extLst>
                <a:ext uri="{FF2B5EF4-FFF2-40B4-BE49-F238E27FC236}">
                  <a16:creationId xmlns:a16="http://schemas.microsoft.com/office/drawing/2014/main" id="{5C7B245F-F03F-275B-C53C-A81014869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607" t="5294" r="9390" b="27849"/>
            <a:stretch>
              <a:fillRect/>
            </a:stretch>
          </p:blipFill>
          <p:spPr>
            <a:xfrm>
              <a:off x="2071042" y="5005960"/>
              <a:ext cx="1298189" cy="1323016"/>
            </a:xfrm>
            <a:prstGeom prst="ellipse">
              <a:avLst/>
            </a:prstGeom>
            <a:ln w="63500" cap="rnd">
              <a:noFill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pic>
        <p:nvPicPr>
          <p:cNvPr id="14" name="Picture 13" descr="The Edu Network – Study Abroad Platform">
            <a:extLst>
              <a:ext uri="{FF2B5EF4-FFF2-40B4-BE49-F238E27FC236}">
                <a16:creationId xmlns:a16="http://schemas.microsoft.com/office/drawing/2014/main" id="{2E0DBF2C-6560-C869-F0FD-CB51838C49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47" t="14890" r="12425" b="17259"/>
          <a:stretch>
            <a:fillRect/>
          </a:stretch>
        </p:blipFill>
        <p:spPr>
          <a:xfrm>
            <a:off x="4393692" y="1023268"/>
            <a:ext cx="1819656" cy="869940"/>
          </a:xfrm>
          <a:prstGeom prst="rect">
            <a:avLst/>
          </a:prstGeom>
        </p:spPr>
      </p:pic>
      <p:pic>
        <p:nvPicPr>
          <p:cNvPr id="15" name="Picture 14" descr="National Park Service Logo, symbol, meaning, history, PNG, brand">
            <a:extLst>
              <a:ext uri="{FF2B5EF4-FFF2-40B4-BE49-F238E27FC236}">
                <a16:creationId xmlns:a16="http://schemas.microsoft.com/office/drawing/2014/main" id="{FA819818-A4EB-DF9B-B822-6B1A9E7ACDF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345" r="27345"/>
          <a:stretch>
            <a:fillRect/>
          </a:stretch>
        </p:blipFill>
        <p:spPr>
          <a:xfrm>
            <a:off x="6373192" y="945847"/>
            <a:ext cx="839631" cy="104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9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Haowen Xu</dc:creator>
  <cp:lastModifiedBy>Haowen Xu</cp:lastModifiedBy>
  <cp:revision>1</cp:revision>
  <dcterms:created xsi:type="dcterms:W3CDTF">2026-08-18T03:22:35Z</dcterms:created>
  <dcterms:modified xsi:type="dcterms:W3CDTF">2026-08-18T03:37:31Z</dcterms:modified>
</cp:coreProperties>
</file>