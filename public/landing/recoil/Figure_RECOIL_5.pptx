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sldIdLst>
    <p:sldId id="256" r:id="rId2"/>
  </p:sldIdLst>
  <p:sldSz cx="7200900" cy="89995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186178-D735-40E6-9194-779E03422691}" v="54" dt="2025-10-08T03:20:06.5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30" autoAdjust="0"/>
    <p:restoredTop sz="94660"/>
  </p:normalViewPr>
  <p:slideViewPr>
    <p:cSldViewPr snapToGrid="0">
      <p:cViewPr>
        <p:scale>
          <a:sx n="150" d="100"/>
          <a:sy n="150" d="100"/>
        </p:scale>
        <p:origin x="582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wen Xu" userId="e4d95508-d620-4a6c-8c03-9aee462ab9ee" providerId="ADAL" clId="{4E16604C-775F-4494-B3DC-A8CAB6BCA8BB}"/>
    <pc:docChg chg="undo custSel modSld">
      <pc:chgData name="Haowen Xu" userId="e4d95508-d620-4a6c-8c03-9aee462ab9ee" providerId="ADAL" clId="{4E16604C-775F-4494-B3DC-A8CAB6BCA8BB}" dt="2025-10-08T03:22:14.474" v="257" actId="20577"/>
      <pc:docMkLst>
        <pc:docMk/>
      </pc:docMkLst>
      <pc:sldChg chg="addSp delSp modSp mod">
        <pc:chgData name="Haowen Xu" userId="e4d95508-d620-4a6c-8c03-9aee462ab9ee" providerId="ADAL" clId="{4E16604C-775F-4494-B3DC-A8CAB6BCA8BB}" dt="2025-10-08T03:22:14.474" v="257" actId="20577"/>
        <pc:sldMkLst>
          <pc:docMk/>
          <pc:sldMk cId="3969434743" sldId="256"/>
        </pc:sldMkLst>
        <pc:spChg chg="del mod">
          <ac:chgData name="Haowen Xu" userId="e4d95508-d620-4a6c-8c03-9aee462ab9ee" providerId="ADAL" clId="{4E16604C-775F-4494-B3DC-A8CAB6BCA8BB}" dt="2025-10-08T03:18:36.141" v="116" actId="478"/>
          <ac:spMkLst>
            <pc:docMk/>
            <pc:sldMk cId="3969434743" sldId="256"/>
            <ac:spMk id="3" creationId="{37B84BE9-1004-C76F-2525-A22F5E32AA1B}"/>
          </ac:spMkLst>
        </pc:spChg>
        <pc:spChg chg="mod">
          <ac:chgData name="Haowen Xu" userId="e4d95508-d620-4a6c-8c03-9aee462ab9ee" providerId="ADAL" clId="{4E16604C-775F-4494-B3DC-A8CAB6BCA8BB}" dt="2025-10-08T03:21:18.431" v="241" actId="404"/>
          <ac:spMkLst>
            <pc:docMk/>
            <pc:sldMk cId="3969434743" sldId="256"/>
            <ac:spMk id="15" creationId="{A32C9D60-0121-5A66-583D-849AB0565246}"/>
          </ac:spMkLst>
        </pc:spChg>
        <pc:spChg chg="mod">
          <ac:chgData name="Haowen Xu" userId="e4d95508-d620-4a6c-8c03-9aee462ab9ee" providerId="ADAL" clId="{4E16604C-775F-4494-B3DC-A8CAB6BCA8BB}" dt="2025-10-08T03:21:18.431" v="241" actId="404"/>
          <ac:spMkLst>
            <pc:docMk/>
            <pc:sldMk cId="3969434743" sldId="256"/>
            <ac:spMk id="16" creationId="{61D8D247-7E4C-4B3E-3D71-229F3D0FC9B7}"/>
          </ac:spMkLst>
        </pc:spChg>
        <pc:spChg chg="del">
          <ac:chgData name="Haowen Xu" userId="e4d95508-d620-4a6c-8c03-9aee462ab9ee" providerId="ADAL" clId="{4E16604C-775F-4494-B3DC-A8CAB6BCA8BB}" dt="2025-10-08T03:14:48.729" v="1" actId="478"/>
          <ac:spMkLst>
            <pc:docMk/>
            <pc:sldMk cId="3969434743" sldId="256"/>
            <ac:spMk id="19" creationId="{FF9134AA-E754-8151-B89B-574CEE485C4B}"/>
          </ac:spMkLst>
        </pc:spChg>
        <pc:spChg chg="del">
          <ac:chgData name="Haowen Xu" userId="e4d95508-d620-4a6c-8c03-9aee462ab9ee" providerId="ADAL" clId="{4E16604C-775F-4494-B3DC-A8CAB6BCA8BB}" dt="2025-10-08T03:14:47.694" v="0" actId="478"/>
          <ac:spMkLst>
            <pc:docMk/>
            <pc:sldMk cId="3969434743" sldId="256"/>
            <ac:spMk id="20" creationId="{CC997D02-F8ED-BD98-35FA-A6D9D1C7C877}"/>
          </ac:spMkLst>
        </pc:spChg>
        <pc:spChg chg="mod">
          <ac:chgData name="Haowen Xu" userId="e4d95508-d620-4a6c-8c03-9aee462ab9ee" providerId="ADAL" clId="{4E16604C-775F-4494-B3DC-A8CAB6BCA8BB}" dt="2025-10-08T03:21:23.876" v="242" actId="14100"/>
          <ac:spMkLst>
            <pc:docMk/>
            <pc:sldMk cId="3969434743" sldId="256"/>
            <ac:spMk id="21" creationId="{9313794D-C4DD-E16B-3F7A-014B02E824BE}"/>
          </ac:spMkLst>
        </pc:spChg>
        <pc:spChg chg="mod">
          <ac:chgData name="Haowen Xu" userId="e4d95508-d620-4a6c-8c03-9aee462ab9ee" providerId="ADAL" clId="{4E16604C-775F-4494-B3DC-A8CAB6BCA8BB}" dt="2025-10-08T03:21:18.431" v="241" actId="404"/>
          <ac:spMkLst>
            <pc:docMk/>
            <pc:sldMk cId="3969434743" sldId="256"/>
            <ac:spMk id="22" creationId="{23CE1BA8-DC08-DE6B-7186-70D2F3B174D2}"/>
          </ac:spMkLst>
        </pc:spChg>
        <pc:spChg chg="mod">
          <ac:chgData name="Haowen Xu" userId="e4d95508-d620-4a6c-8c03-9aee462ab9ee" providerId="ADAL" clId="{4E16604C-775F-4494-B3DC-A8CAB6BCA8BB}" dt="2025-10-08T03:20:06.506" v="221" actId="164"/>
          <ac:spMkLst>
            <pc:docMk/>
            <pc:sldMk cId="3969434743" sldId="256"/>
            <ac:spMk id="1138" creationId="{7A1E09AC-3BE3-2EE4-76E5-8A0B53714A87}"/>
          </ac:spMkLst>
        </pc:spChg>
        <pc:spChg chg="mod">
          <ac:chgData name="Haowen Xu" userId="e4d95508-d620-4a6c-8c03-9aee462ab9ee" providerId="ADAL" clId="{4E16604C-775F-4494-B3DC-A8CAB6BCA8BB}" dt="2025-10-08T03:19:37.015" v="212" actId="1035"/>
          <ac:spMkLst>
            <pc:docMk/>
            <pc:sldMk cId="3969434743" sldId="256"/>
            <ac:spMk id="1149" creationId="{50C0B2F9-6F15-9903-2C76-CAF02DCD1CFF}"/>
          </ac:spMkLst>
        </pc:spChg>
        <pc:spChg chg="mod">
          <ac:chgData name="Haowen Xu" userId="e4d95508-d620-4a6c-8c03-9aee462ab9ee" providerId="ADAL" clId="{4E16604C-775F-4494-B3DC-A8CAB6BCA8BB}" dt="2025-10-08T03:22:14.474" v="257" actId="20577"/>
          <ac:spMkLst>
            <pc:docMk/>
            <pc:sldMk cId="3969434743" sldId="256"/>
            <ac:spMk id="1230" creationId="{34B615BD-EBF7-C42C-CB96-EF80141BA8B9}"/>
          </ac:spMkLst>
        </pc:spChg>
        <pc:grpChg chg="add mod">
          <ac:chgData name="Haowen Xu" userId="e4d95508-d620-4a6c-8c03-9aee462ab9ee" providerId="ADAL" clId="{4E16604C-775F-4494-B3DC-A8CAB6BCA8BB}" dt="2025-10-08T03:21:41.016" v="253" actId="1035"/>
          <ac:grpSpMkLst>
            <pc:docMk/>
            <pc:sldMk cId="3969434743" sldId="256"/>
            <ac:grpSpMk id="7" creationId="{69E593C3-4463-0E1C-2432-2DBE6ABCD5B6}"/>
          </ac:grpSpMkLst>
        </pc:grpChg>
        <pc:picChg chg="add del mod ord">
          <ac:chgData name="Haowen Xu" userId="e4d95508-d620-4a6c-8c03-9aee462ab9ee" providerId="ADAL" clId="{4E16604C-775F-4494-B3DC-A8CAB6BCA8BB}" dt="2025-10-08T03:16:22.886" v="93" actId="478"/>
          <ac:picMkLst>
            <pc:docMk/>
            <pc:sldMk cId="3969434743" sldId="256"/>
            <ac:picMk id="4" creationId="{A21E5DF5-C415-EEF3-864D-2F96DD555E69}"/>
          </ac:picMkLst>
        </pc:picChg>
        <pc:picChg chg="add del mod ord">
          <ac:chgData name="Haowen Xu" userId="e4d95508-d620-4a6c-8c03-9aee462ab9ee" providerId="ADAL" clId="{4E16604C-775F-4494-B3DC-A8CAB6BCA8BB}" dt="2025-10-08T03:20:59.719" v="237" actId="478"/>
          <ac:picMkLst>
            <pc:docMk/>
            <pc:sldMk cId="3969434743" sldId="256"/>
            <ac:picMk id="6" creationId="{448A2077-D74F-DFB9-A16E-A5377C79DED9}"/>
          </ac:picMkLst>
        </pc:picChg>
        <pc:picChg chg="add mod ord">
          <ac:chgData name="Haowen Xu" userId="e4d95508-d620-4a6c-8c03-9aee462ab9ee" providerId="ADAL" clId="{4E16604C-775F-4494-B3DC-A8CAB6BCA8BB}" dt="2025-10-08T03:21:07.609" v="239" actId="1076"/>
          <ac:picMkLst>
            <pc:docMk/>
            <pc:sldMk cId="3969434743" sldId="256"/>
            <ac:picMk id="9" creationId="{5EA6C6AE-2D70-D7FF-2581-FA35EF3977B7}"/>
          </ac:picMkLst>
        </pc:picChg>
        <pc:picChg chg="del">
          <ac:chgData name="Haowen Xu" userId="e4d95508-d620-4a6c-8c03-9aee462ab9ee" providerId="ADAL" clId="{4E16604C-775F-4494-B3DC-A8CAB6BCA8BB}" dt="2025-10-08T03:16:02.908" v="45" actId="478"/>
          <ac:picMkLst>
            <pc:docMk/>
            <pc:sldMk cId="3969434743" sldId="256"/>
            <ac:picMk id="1133" creationId="{515D3884-7657-966F-6614-08362AF418AB}"/>
          </ac:picMkLst>
        </pc:picChg>
        <pc:picChg chg="mod">
          <ac:chgData name="Haowen Xu" userId="e4d95508-d620-4a6c-8c03-9aee462ab9ee" providerId="ADAL" clId="{4E16604C-775F-4494-B3DC-A8CAB6BCA8BB}" dt="2025-10-08T03:20:06.506" v="221" actId="164"/>
          <ac:picMkLst>
            <pc:docMk/>
            <pc:sldMk cId="3969434743" sldId="256"/>
            <ac:picMk id="1142" creationId="{EC93F255-74B5-9B75-4D09-D41C50C9DD0E}"/>
          </ac:picMkLst>
        </pc:picChg>
        <pc:picChg chg="mod">
          <ac:chgData name="Haowen Xu" userId="e4d95508-d620-4a6c-8c03-9aee462ab9ee" providerId="ADAL" clId="{4E16604C-775F-4494-B3DC-A8CAB6BCA8BB}" dt="2025-10-08T03:20:06.506" v="221" actId="164"/>
          <ac:picMkLst>
            <pc:docMk/>
            <pc:sldMk cId="3969434743" sldId="256"/>
            <ac:picMk id="1143" creationId="{EFA72434-D047-E8DB-C105-7D713984854D}"/>
          </ac:picMkLst>
        </pc:picChg>
        <pc:picChg chg="mod">
          <ac:chgData name="Haowen Xu" userId="e4d95508-d620-4a6c-8c03-9aee462ab9ee" providerId="ADAL" clId="{4E16604C-775F-4494-B3DC-A8CAB6BCA8BB}" dt="2025-10-08T03:20:06.506" v="221" actId="164"/>
          <ac:picMkLst>
            <pc:docMk/>
            <pc:sldMk cId="3969434743" sldId="256"/>
            <ac:picMk id="1145" creationId="{71561150-C661-8A0C-3F17-26CAC1AD1B75}"/>
          </ac:picMkLst>
        </pc:picChg>
        <pc:picChg chg="del mod">
          <ac:chgData name="Haowen Xu" userId="e4d95508-d620-4a6c-8c03-9aee462ab9ee" providerId="ADAL" clId="{4E16604C-775F-4494-B3DC-A8CAB6BCA8BB}" dt="2025-10-08T03:18:36.621" v="117" actId="478"/>
          <ac:picMkLst>
            <pc:docMk/>
            <pc:sldMk cId="3969434743" sldId="256"/>
            <ac:picMk id="1147" creationId="{39AB8F35-B9AA-9747-C370-419EE2AAE983}"/>
          </ac:picMkLst>
        </pc:picChg>
        <pc:picChg chg="mod">
          <ac:chgData name="Haowen Xu" userId="e4d95508-d620-4a6c-8c03-9aee462ab9ee" providerId="ADAL" clId="{4E16604C-775F-4494-B3DC-A8CAB6BCA8BB}" dt="2025-10-08T03:19:37.015" v="212" actId="1035"/>
          <ac:picMkLst>
            <pc:docMk/>
            <pc:sldMk cId="3969434743" sldId="256"/>
            <ac:picMk id="1148" creationId="{BD908150-0DEB-08AE-E796-6031029EC95B}"/>
          </ac:picMkLst>
        </pc:picChg>
        <pc:picChg chg="del mod">
          <ac:chgData name="Haowen Xu" userId="e4d95508-d620-4a6c-8c03-9aee462ab9ee" providerId="ADAL" clId="{4E16604C-775F-4494-B3DC-A8CAB6BCA8BB}" dt="2025-10-08T03:18:33.767" v="114" actId="478"/>
          <ac:picMkLst>
            <pc:docMk/>
            <pc:sldMk cId="3969434743" sldId="256"/>
            <ac:picMk id="1151" creationId="{D8BEAA50-4D3B-B281-57A6-113881F3D048}"/>
          </ac:picMkLst>
        </pc:picChg>
        <pc:cxnChg chg="mod">
          <ac:chgData name="Haowen Xu" userId="e4d95508-d620-4a6c-8c03-9aee462ab9ee" providerId="ADAL" clId="{4E16604C-775F-4494-B3DC-A8CAB6BCA8BB}" dt="2025-10-08T03:21:40.015" v="250" actId="1035"/>
          <ac:cxnSpMkLst>
            <pc:docMk/>
            <pc:sldMk cId="3969434743" sldId="256"/>
            <ac:cxnSpMk id="1161" creationId="{682CBB19-5767-4D9E-7558-CC7D9C879B5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0068" y="1472842"/>
            <a:ext cx="6120765" cy="3133172"/>
          </a:xfrm>
        </p:spPr>
        <p:txBody>
          <a:bodyPr anchor="b"/>
          <a:lstStyle>
            <a:lvl1pPr algn="ctr">
              <a:defRPr sz="4725"/>
            </a:lvl1pPr>
          </a:lstStyle>
          <a:p>
            <a:r>
              <a:rPr lang="en-US"/>
              <a:t>Click to edit Master title style</a:t>
            </a:r>
            <a:endParaRPr lang="en-US" dirty="0"/>
          </a:p>
        </p:txBody>
      </p:sp>
      <p:sp>
        <p:nvSpPr>
          <p:cNvPr id="3" name="Subtitle 2"/>
          <p:cNvSpPr>
            <a:spLocks noGrp="1"/>
          </p:cNvSpPr>
          <p:nvPr>
            <p:ph type="subTitle" idx="1"/>
          </p:nvPr>
        </p:nvSpPr>
        <p:spPr>
          <a:xfrm>
            <a:off x="900113" y="4726842"/>
            <a:ext cx="5400675" cy="2172804"/>
          </a:xfrm>
        </p:spPr>
        <p:txBody>
          <a:bodyPr/>
          <a:lstStyle>
            <a:lvl1pPr marL="0" indent="0" algn="ctr">
              <a:buNone/>
              <a:defRPr sz="1890"/>
            </a:lvl1pPr>
            <a:lvl2pPr marL="360045" indent="0" algn="ctr">
              <a:buNone/>
              <a:defRPr sz="1575"/>
            </a:lvl2pPr>
            <a:lvl3pPr marL="720090" indent="0" algn="ctr">
              <a:buNone/>
              <a:defRPr sz="1418"/>
            </a:lvl3pPr>
            <a:lvl4pPr marL="1080135" indent="0" algn="ctr">
              <a:buNone/>
              <a:defRPr sz="1260"/>
            </a:lvl4pPr>
            <a:lvl5pPr marL="1440180" indent="0" algn="ctr">
              <a:buNone/>
              <a:defRPr sz="1260"/>
            </a:lvl5pPr>
            <a:lvl6pPr marL="1800225" indent="0" algn="ctr">
              <a:buNone/>
              <a:defRPr sz="1260"/>
            </a:lvl6pPr>
            <a:lvl7pPr marL="2160270" indent="0" algn="ctr">
              <a:buNone/>
              <a:defRPr sz="1260"/>
            </a:lvl7pPr>
            <a:lvl8pPr marL="2520315" indent="0" algn="ctr">
              <a:buNone/>
              <a:defRPr sz="1260"/>
            </a:lvl8pPr>
            <a:lvl9pPr marL="2880360" indent="0" algn="ctr">
              <a:buNone/>
              <a:defRPr sz="12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551589-54C7-4B2D-8CCF-B0CDA45585EF}" type="datetimeFigureOut">
              <a:rPr lang="en-AU" smtClean="0"/>
              <a:t>8/10/2025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3040042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551589-54C7-4B2D-8CCF-B0CDA45585EF}" type="datetimeFigureOut">
              <a:rPr lang="en-AU" smtClean="0"/>
              <a:t>8/10/2025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3463137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91312" y="2243638"/>
            <a:ext cx="6210776" cy="3743557"/>
          </a:xfrm>
        </p:spPr>
        <p:txBody>
          <a:bodyPr anchor="b"/>
          <a:lstStyle>
            <a:lvl1pPr>
              <a:defRPr sz="4725"/>
            </a:lvl1pPr>
          </a:lstStyle>
          <a:p>
            <a:r>
              <a:rPr lang="en-US"/>
              <a:t>Click to edit Master title style</a:t>
            </a:r>
            <a:endParaRPr lang="en-US" dirty="0"/>
          </a:p>
        </p:txBody>
      </p:sp>
      <p:sp>
        <p:nvSpPr>
          <p:cNvPr id="3" name="Text Placeholder 2"/>
          <p:cNvSpPr>
            <a:spLocks noGrp="1"/>
          </p:cNvSpPr>
          <p:nvPr>
            <p:ph type="body" idx="1"/>
          </p:nvPr>
        </p:nvSpPr>
        <p:spPr>
          <a:xfrm>
            <a:off x="491312" y="6022610"/>
            <a:ext cx="6210776" cy="1968648"/>
          </a:xfrm>
        </p:spPr>
        <p:txBody>
          <a:bodyPr/>
          <a:lstStyle>
            <a:lvl1pPr marL="0" indent="0">
              <a:buNone/>
              <a:defRPr sz="1890">
                <a:solidFill>
                  <a:schemeClr val="tx1">
                    <a:tint val="82000"/>
                  </a:schemeClr>
                </a:solidFill>
              </a:defRPr>
            </a:lvl1pPr>
            <a:lvl2pPr marL="360045" indent="0">
              <a:buNone/>
              <a:defRPr sz="1575">
                <a:solidFill>
                  <a:schemeClr val="tx1">
                    <a:tint val="82000"/>
                  </a:schemeClr>
                </a:solidFill>
              </a:defRPr>
            </a:lvl2pPr>
            <a:lvl3pPr marL="720090" indent="0">
              <a:buNone/>
              <a:defRPr sz="1418">
                <a:solidFill>
                  <a:schemeClr val="tx1">
                    <a:tint val="82000"/>
                  </a:schemeClr>
                </a:solidFill>
              </a:defRPr>
            </a:lvl3pPr>
            <a:lvl4pPr marL="1080135" indent="0">
              <a:buNone/>
              <a:defRPr sz="1260">
                <a:solidFill>
                  <a:schemeClr val="tx1">
                    <a:tint val="82000"/>
                  </a:schemeClr>
                </a:solidFill>
              </a:defRPr>
            </a:lvl4pPr>
            <a:lvl5pPr marL="1440180" indent="0">
              <a:buNone/>
              <a:defRPr sz="1260">
                <a:solidFill>
                  <a:schemeClr val="tx1">
                    <a:tint val="82000"/>
                  </a:schemeClr>
                </a:solidFill>
              </a:defRPr>
            </a:lvl5pPr>
            <a:lvl6pPr marL="1800225" indent="0">
              <a:buNone/>
              <a:defRPr sz="1260">
                <a:solidFill>
                  <a:schemeClr val="tx1">
                    <a:tint val="82000"/>
                  </a:schemeClr>
                </a:solidFill>
              </a:defRPr>
            </a:lvl6pPr>
            <a:lvl7pPr marL="2160270" indent="0">
              <a:buNone/>
              <a:defRPr sz="1260">
                <a:solidFill>
                  <a:schemeClr val="tx1">
                    <a:tint val="82000"/>
                  </a:schemeClr>
                </a:solidFill>
              </a:defRPr>
            </a:lvl7pPr>
            <a:lvl8pPr marL="2520315" indent="0">
              <a:buNone/>
              <a:defRPr sz="1260">
                <a:solidFill>
                  <a:schemeClr val="tx1">
                    <a:tint val="82000"/>
                  </a:schemeClr>
                </a:solidFill>
              </a:defRPr>
            </a:lvl8pPr>
            <a:lvl9pPr marL="2880360" indent="0">
              <a:buNone/>
              <a:defRPr sz="12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551589-54C7-4B2D-8CCF-B0CDA45585EF}" type="datetimeFigureOut">
              <a:rPr lang="en-AU" smtClean="0"/>
              <a:t>8/10/2025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406392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95062" y="2395710"/>
            <a:ext cx="3060383"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45455" y="2395710"/>
            <a:ext cx="3060383"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551589-54C7-4B2D-8CCF-B0CDA45585EF}" type="datetimeFigureOut">
              <a:rPr lang="en-AU" smtClean="0"/>
              <a:t>8/10/2025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3360272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6000" y="479144"/>
            <a:ext cx="6210776" cy="1739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496000" y="2206137"/>
            <a:ext cx="3046318" cy="1081194"/>
          </a:xfrm>
        </p:spPr>
        <p:txBody>
          <a:bodyPr anchor="b"/>
          <a:lstStyle>
            <a:lvl1pPr marL="0" indent="0">
              <a:buNone/>
              <a:defRPr sz="1890" b="1"/>
            </a:lvl1pPr>
            <a:lvl2pPr marL="360045" indent="0">
              <a:buNone/>
              <a:defRPr sz="1575" b="1"/>
            </a:lvl2pPr>
            <a:lvl3pPr marL="720090" indent="0">
              <a:buNone/>
              <a:defRPr sz="1418" b="1"/>
            </a:lvl3pPr>
            <a:lvl4pPr marL="1080135" indent="0">
              <a:buNone/>
              <a:defRPr sz="1260" b="1"/>
            </a:lvl4pPr>
            <a:lvl5pPr marL="1440180" indent="0">
              <a:buNone/>
              <a:defRPr sz="1260" b="1"/>
            </a:lvl5pPr>
            <a:lvl6pPr marL="1800225" indent="0">
              <a:buNone/>
              <a:defRPr sz="1260" b="1"/>
            </a:lvl6pPr>
            <a:lvl7pPr marL="2160270" indent="0">
              <a:buNone/>
              <a:defRPr sz="1260" b="1"/>
            </a:lvl7pPr>
            <a:lvl8pPr marL="2520315" indent="0">
              <a:buNone/>
              <a:defRPr sz="1260" b="1"/>
            </a:lvl8pPr>
            <a:lvl9pPr marL="2880360" indent="0">
              <a:buNone/>
              <a:defRPr sz="1260" b="1"/>
            </a:lvl9pPr>
          </a:lstStyle>
          <a:p>
            <a:pPr lvl="0"/>
            <a:r>
              <a:rPr lang="en-US"/>
              <a:t>Click to edit Master text styles</a:t>
            </a:r>
          </a:p>
        </p:txBody>
      </p:sp>
      <p:sp>
        <p:nvSpPr>
          <p:cNvPr id="4" name="Content Placeholder 3"/>
          <p:cNvSpPr>
            <a:spLocks noGrp="1"/>
          </p:cNvSpPr>
          <p:nvPr>
            <p:ph sz="half" idx="2"/>
          </p:nvPr>
        </p:nvSpPr>
        <p:spPr>
          <a:xfrm>
            <a:off x="496000" y="3287331"/>
            <a:ext cx="3046318"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45456" y="2206137"/>
            <a:ext cx="3061320" cy="1081194"/>
          </a:xfrm>
        </p:spPr>
        <p:txBody>
          <a:bodyPr anchor="b"/>
          <a:lstStyle>
            <a:lvl1pPr marL="0" indent="0">
              <a:buNone/>
              <a:defRPr sz="1890" b="1"/>
            </a:lvl1pPr>
            <a:lvl2pPr marL="360045" indent="0">
              <a:buNone/>
              <a:defRPr sz="1575" b="1"/>
            </a:lvl2pPr>
            <a:lvl3pPr marL="720090" indent="0">
              <a:buNone/>
              <a:defRPr sz="1418" b="1"/>
            </a:lvl3pPr>
            <a:lvl4pPr marL="1080135" indent="0">
              <a:buNone/>
              <a:defRPr sz="1260" b="1"/>
            </a:lvl4pPr>
            <a:lvl5pPr marL="1440180" indent="0">
              <a:buNone/>
              <a:defRPr sz="1260" b="1"/>
            </a:lvl5pPr>
            <a:lvl6pPr marL="1800225" indent="0">
              <a:buNone/>
              <a:defRPr sz="1260" b="1"/>
            </a:lvl6pPr>
            <a:lvl7pPr marL="2160270" indent="0">
              <a:buNone/>
              <a:defRPr sz="1260" b="1"/>
            </a:lvl7pPr>
            <a:lvl8pPr marL="2520315" indent="0">
              <a:buNone/>
              <a:defRPr sz="1260" b="1"/>
            </a:lvl8pPr>
            <a:lvl9pPr marL="2880360" indent="0">
              <a:buNone/>
              <a:defRPr sz="1260" b="1"/>
            </a:lvl9pPr>
          </a:lstStyle>
          <a:p>
            <a:pPr lvl="0"/>
            <a:r>
              <a:rPr lang="en-US"/>
              <a:t>Click to edit Master text styles</a:t>
            </a:r>
          </a:p>
        </p:txBody>
      </p:sp>
      <p:sp>
        <p:nvSpPr>
          <p:cNvPr id="6" name="Content Placeholder 5"/>
          <p:cNvSpPr>
            <a:spLocks noGrp="1"/>
          </p:cNvSpPr>
          <p:nvPr>
            <p:ph sz="quarter" idx="4"/>
          </p:nvPr>
        </p:nvSpPr>
        <p:spPr>
          <a:xfrm>
            <a:off x="3645456" y="3287331"/>
            <a:ext cx="3061320"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551589-54C7-4B2D-8CCF-B0CDA45585EF}" type="datetimeFigureOut">
              <a:rPr lang="en-AU" smtClean="0"/>
              <a:t>8/10/2025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2159924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551589-54C7-4B2D-8CCF-B0CDA45585EF}" type="datetimeFigureOut">
              <a:rPr lang="en-AU" smtClean="0"/>
              <a:t>8/10/2025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3248646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551589-54C7-4B2D-8CCF-B0CDA45585EF}" type="datetimeFigureOut">
              <a:rPr lang="en-AU" smtClean="0"/>
              <a:t>8/10/2025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807846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6000" y="599969"/>
            <a:ext cx="2322478" cy="2099892"/>
          </a:xfrm>
        </p:spPr>
        <p:txBody>
          <a:bodyPr anchor="b"/>
          <a:lstStyle>
            <a:lvl1pPr>
              <a:defRPr sz="2520"/>
            </a:lvl1pPr>
          </a:lstStyle>
          <a:p>
            <a:r>
              <a:rPr lang="en-US"/>
              <a:t>Click to edit Master title style</a:t>
            </a:r>
            <a:endParaRPr lang="en-US" dirty="0"/>
          </a:p>
        </p:txBody>
      </p:sp>
      <p:sp>
        <p:nvSpPr>
          <p:cNvPr id="3" name="Content Placeholder 2"/>
          <p:cNvSpPr>
            <a:spLocks noGrp="1"/>
          </p:cNvSpPr>
          <p:nvPr>
            <p:ph idx="1"/>
          </p:nvPr>
        </p:nvSpPr>
        <p:spPr>
          <a:xfrm>
            <a:off x="3061320" y="1295769"/>
            <a:ext cx="3645456" cy="6395505"/>
          </a:xfrm>
        </p:spPr>
        <p:txBody>
          <a:bodyPr/>
          <a:lstStyle>
            <a:lvl1pPr>
              <a:defRPr sz="2520"/>
            </a:lvl1pPr>
            <a:lvl2pPr>
              <a:defRPr sz="2205"/>
            </a:lvl2pPr>
            <a:lvl3pPr>
              <a:defRPr sz="1890"/>
            </a:lvl3pPr>
            <a:lvl4pPr>
              <a:defRPr sz="1575"/>
            </a:lvl4pPr>
            <a:lvl5pPr>
              <a:defRPr sz="1575"/>
            </a:lvl5pPr>
            <a:lvl6pPr>
              <a:defRPr sz="1575"/>
            </a:lvl6pPr>
            <a:lvl7pPr>
              <a:defRPr sz="1575"/>
            </a:lvl7pPr>
            <a:lvl8pPr>
              <a:defRPr sz="1575"/>
            </a:lvl8pPr>
            <a:lvl9pPr>
              <a:defRPr sz="15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96000" y="2699862"/>
            <a:ext cx="2322478" cy="5001827"/>
          </a:xfrm>
        </p:spPr>
        <p:txBody>
          <a:bodyPr/>
          <a:lstStyle>
            <a:lvl1pPr marL="0" indent="0">
              <a:buNone/>
              <a:defRPr sz="1260"/>
            </a:lvl1pPr>
            <a:lvl2pPr marL="360045" indent="0">
              <a:buNone/>
              <a:defRPr sz="1103"/>
            </a:lvl2pPr>
            <a:lvl3pPr marL="720090" indent="0">
              <a:buNone/>
              <a:defRPr sz="945"/>
            </a:lvl3pPr>
            <a:lvl4pPr marL="1080135" indent="0">
              <a:buNone/>
              <a:defRPr sz="788"/>
            </a:lvl4pPr>
            <a:lvl5pPr marL="1440180" indent="0">
              <a:buNone/>
              <a:defRPr sz="788"/>
            </a:lvl5pPr>
            <a:lvl6pPr marL="1800225" indent="0">
              <a:buNone/>
              <a:defRPr sz="788"/>
            </a:lvl6pPr>
            <a:lvl7pPr marL="2160270" indent="0">
              <a:buNone/>
              <a:defRPr sz="788"/>
            </a:lvl7pPr>
            <a:lvl8pPr marL="2520315" indent="0">
              <a:buNone/>
              <a:defRPr sz="788"/>
            </a:lvl8pPr>
            <a:lvl9pPr marL="2880360" indent="0">
              <a:buNone/>
              <a:defRPr sz="788"/>
            </a:lvl9pPr>
          </a:lstStyle>
          <a:p>
            <a:pPr lvl="0"/>
            <a:r>
              <a:rPr lang="en-US"/>
              <a:t>Click to edit Master text styles</a:t>
            </a:r>
          </a:p>
        </p:txBody>
      </p:sp>
      <p:sp>
        <p:nvSpPr>
          <p:cNvPr id="5" name="Date Placeholder 4"/>
          <p:cNvSpPr>
            <a:spLocks noGrp="1"/>
          </p:cNvSpPr>
          <p:nvPr>
            <p:ph type="dt" sz="half" idx="10"/>
          </p:nvPr>
        </p:nvSpPr>
        <p:spPr/>
        <p:txBody>
          <a:bodyPr/>
          <a:lstStyle/>
          <a:p>
            <a:fld id="{DE551589-54C7-4B2D-8CCF-B0CDA45585EF}" type="datetimeFigureOut">
              <a:rPr lang="en-AU" smtClean="0"/>
              <a:t>8/10/2025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4115960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6000" y="599969"/>
            <a:ext cx="2322478" cy="2099892"/>
          </a:xfrm>
        </p:spPr>
        <p:txBody>
          <a:bodyPr anchor="b"/>
          <a:lstStyle>
            <a:lvl1pPr>
              <a:defRPr sz="2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061320" y="1295769"/>
            <a:ext cx="3645456" cy="6395505"/>
          </a:xfrm>
        </p:spPr>
        <p:txBody>
          <a:bodyPr anchor="t"/>
          <a:lstStyle>
            <a:lvl1pPr marL="0" indent="0">
              <a:buNone/>
              <a:defRPr sz="2520"/>
            </a:lvl1pPr>
            <a:lvl2pPr marL="360045" indent="0">
              <a:buNone/>
              <a:defRPr sz="2205"/>
            </a:lvl2pPr>
            <a:lvl3pPr marL="720090" indent="0">
              <a:buNone/>
              <a:defRPr sz="1890"/>
            </a:lvl3pPr>
            <a:lvl4pPr marL="1080135" indent="0">
              <a:buNone/>
              <a:defRPr sz="1575"/>
            </a:lvl4pPr>
            <a:lvl5pPr marL="1440180" indent="0">
              <a:buNone/>
              <a:defRPr sz="1575"/>
            </a:lvl5pPr>
            <a:lvl6pPr marL="1800225" indent="0">
              <a:buNone/>
              <a:defRPr sz="1575"/>
            </a:lvl6pPr>
            <a:lvl7pPr marL="2160270" indent="0">
              <a:buNone/>
              <a:defRPr sz="1575"/>
            </a:lvl7pPr>
            <a:lvl8pPr marL="2520315" indent="0">
              <a:buNone/>
              <a:defRPr sz="1575"/>
            </a:lvl8pPr>
            <a:lvl9pPr marL="2880360" indent="0">
              <a:buNone/>
              <a:defRPr sz="1575"/>
            </a:lvl9pPr>
          </a:lstStyle>
          <a:p>
            <a:r>
              <a:rPr lang="en-US"/>
              <a:t>Click icon to add picture</a:t>
            </a:r>
            <a:endParaRPr lang="en-US" dirty="0"/>
          </a:p>
        </p:txBody>
      </p:sp>
      <p:sp>
        <p:nvSpPr>
          <p:cNvPr id="4" name="Text Placeholder 3"/>
          <p:cNvSpPr>
            <a:spLocks noGrp="1"/>
          </p:cNvSpPr>
          <p:nvPr>
            <p:ph type="body" sz="half" idx="2"/>
          </p:nvPr>
        </p:nvSpPr>
        <p:spPr>
          <a:xfrm>
            <a:off x="496000" y="2699862"/>
            <a:ext cx="2322478" cy="5001827"/>
          </a:xfrm>
        </p:spPr>
        <p:txBody>
          <a:bodyPr/>
          <a:lstStyle>
            <a:lvl1pPr marL="0" indent="0">
              <a:buNone/>
              <a:defRPr sz="1260"/>
            </a:lvl1pPr>
            <a:lvl2pPr marL="360045" indent="0">
              <a:buNone/>
              <a:defRPr sz="1103"/>
            </a:lvl2pPr>
            <a:lvl3pPr marL="720090" indent="0">
              <a:buNone/>
              <a:defRPr sz="945"/>
            </a:lvl3pPr>
            <a:lvl4pPr marL="1080135" indent="0">
              <a:buNone/>
              <a:defRPr sz="788"/>
            </a:lvl4pPr>
            <a:lvl5pPr marL="1440180" indent="0">
              <a:buNone/>
              <a:defRPr sz="788"/>
            </a:lvl5pPr>
            <a:lvl6pPr marL="1800225" indent="0">
              <a:buNone/>
              <a:defRPr sz="788"/>
            </a:lvl6pPr>
            <a:lvl7pPr marL="2160270" indent="0">
              <a:buNone/>
              <a:defRPr sz="788"/>
            </a:lvl7pPr>
            <a:lvl8pPr marL="2520315" indent="0">
              <a:buNone/>
              <a:defRPr sz="788"/>
            </a:lvl8pPr>
            <a:lvl9pPr marL="2880360" indent="0">
              <a:buNone/>
              <a:defRPr sz="788"/>
            </a:lvl9pPr>
          </a:lstStyle>
          <a:p>
            <a:pPr lvl="0"/>
            <a:r>
              <a:rPr lang="en-US"/>
              <a:t>Click to edit Master text styles</a:t>
            </a:r>
          </a:p>
        </p:txBody>
      </p:sp>
      <p:sp>
        <p:nvSpPr>
          <p:cNvPr id="5" name="Date Placeholder 4"/>
          <p:cNvSpPr>
            <a:spLocks noGrp="1"/>
          </p:cNvSpPr>
          <p:nvPr>
            <p:ph type="dt" sz="half" idx="10"/>
          </p:nvPr>
        </p:nvSpPr>
        <p:spPr/>
        <p:txBody>
          <a:bodyPr/>
          <a:lstStyle/>
          <a:p>
            <a:fld id="{DE551589-54C7-4B2D-8CCF-B0CDA45585EF}" type="datetimeFigureOut">
              <a:rPr lang="en-AU" smtClean="0"/>
              <a:t>8/10/2025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1381249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551589-54C7-4B2D-8CCF-B0CDA45585EF}" type="datetimeFigureOut">
              <a:rPr lang="en-AU" smtClean="0"/>
              <a:t>8/10/2025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3468255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53144" y="479142"/>
            <a:ext cx="1552694" cy="762669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95062" y="479142"/>
            <a:ext cx="4568071" cy="762669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551589-54C7-4B2D-8CCF-B0CDA45585EF}" type="datetimeFigureOut">
              <a:rPr lang="en-AU" smtClean="0"/>
              <a:t>8/10/2025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17AAE93-9533-40BA-AA2A-6A1B8203A2F4}" type="slidenum">
              <a:rPr lang="en-AU" smtClean="0"/>
              <a:t>‹#›</a:t>
            </a:fld>
            <a:endParaRPr lang="en-AU"/>
          </a:p>
        </p:txBody>
      </p:sp>
    </p:spTree>
    <p:extLst>
      <p:ext uri="{BB962C8B-B14F-4D97-AF65-F5344CB8AC3E}">
        <p14:creationId xmlns:p14="http://schemas.microsoft.com/office/powerpoint/2010/main" val="2736717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062" y="479144"/>
            <a:ext cx="6210776" cy="1739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95062" y="2395710"/>
            <a:ext cx="6210776" cy="57101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95062" y="8341240"/>
            <a:ext cx="1620203" cy="479142"/>
          </a:xfrm>
          <a:prstGeom prst="rect">
            <a:avLst/>
          </a:prstGeom>
        </p:spPr>
        <p:txBody>
          <a:bodyPr vert="horz" lIns="91440" tIns="45720" rIns="91440" bIns="45720" rtlCol="0" anchor="ctr"/>
          <a:lstStyle>
            <a:lvl1pPr algn="l">
              <a:defRPr sz="945">
                <a:solidFill>
                  <a:schemeClr val="tx1">
                    <a:tint val="82000"/>
                  </a:schemeClr>
                </a:solidFill>
              </a:defRPr>
            </a:lvl1pPr>
          </a:lstStyle>
          <a:p>
            <a:fld id="{DE551589-54C7-4B2D-8CCF-B0CDA45585EF}" type="datetimeFigureOut">
              <a:rPr lang="en-AU" smtClean="0"/>
              <a:t>8/10/2025</a:t>
            </a:fld>
            <a:endParaRPr lang="en-AU"/>
          </a:p>
        </p:txBody>
      </p:sp>
      <p:sp>
        <p:nvSpPr>
          <p:cNvPr id="5" name="Footer Placeholder 4"/>
          <p:cNvSpPr>
            <a:spLocks noGrp="1"/>
          </p:cNvSpPr>
          <p:nvPr>
            <p:ph type="ftr" sz="quarter" idx="3"/>
          </p:nvPr>
        </p:nvSpPr>
        <p:spPr>
          <a:xfrm>
            <a:off x="2385298" y="8341240"/>
            <a:ext cx="2430304" cy="479142"/>
          </a:xfrm>
          <a:prstGeom prst="rect">
            <a:avLst/>
          </a:prstGeom>
        </p:spPr>
        <p:txBody>
          <a:bodyPr vert="horz" lIns="91440" tIns="45720" rIns="91440" bIns="45720" rtlCol="0" anchor="ctr"/>
          <a:lstStyle>
            <a:lvl1pPr algn="ctr">
              <a:defRPr sz="945">
                <a:solidFill>
                  <a:schemeClr val="tx1">
                    <a:tint val="82000"/>
                  </a:schemeClr>
                </a:solidFill>
              </a:defRPr>
            </a:lvl1pPr>
          </a:lstStyle>
          <a:p>
            <a:endParaRPr lang="en-AU"/>
          </a:p>
        </p:txBody>
      </p:sp>
      <p:sp>
        <p:nvSpPr>
          <p:cNvPr id="6" name="Slide Number Placeholder 5"/>
          <p:cNvSpPr>
            <a:spLocks noGrp="1"/>
          </p:cNvSpPr>
          <p:nvPr>
            <p:ph type="sldNum" sz="quarter" idx="4"/>
          </p:nvPr>
        </p:nvSpPr>
        <p:spPr>
          <a:xfrm>
            <a:off x="5085635" y="8341240"/>
            <a:ext cx="1620203" cy="479142"/>
          </a:xfrm>
          <a:prstGeom prst="rect">
            <a:avLst/>
          </a:prstGeom>
        </p:spPr>
        <p:txBody>
          <a:bodyPr vert="horz" lIns="91440" tIns="45720" rIns="91440" bIns="45720" rtlCol="0" anchor="ctr"/>
          <a:lstStyle>
            <a:lvl1pPr algn="r">
              <a:defRPr sz="945">
                <a:solidFill>
                  <a:schemeClr val="tx1">
                    <a:tint val="82000"/>
                  </a:schemeClr>
                </a:solidFill>
              </a:defRPr>
            </a:lvl1pPr>
          </a:lstStyle>
          <a:p>
            <a:fld id="{B17AAE93-9533-40BA-AA2A-6A1B8203A2F4}" type="slidenum">
              <a:rPr lang="en-AU" smtClean="0"/>
              <a:t>‹#›</a:t>
            </a:fld>
            <a:endParaRPr lang="en-AU"/>
          </a:p>
        </p:txBody>
      </p:sp>
    </p:spTree>
    <p:extLst>
      <p:ext uri="{BB962C8B-B14F-4D97-AF65-F5344CB8AC3E}">
        <p14:creationId xmlns:p14="http://schemas.microsoft.com/office/powerpoint/2010/main" val="3455327252"/>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defTabSz="720090" rtl="0" eaLnBrk="1" latinLnBrk="0" hangingPunct="1">
        <a:lnSpc>
          <a:spcPct val="90000"/>
        </a:lnSpc>
        <a:spcBef>
          <a:spcPct val="0"/>
        </a:spcBef>
        <a:buNone/>
        <a:defRPr sz="3465" kern="1200">
          <a:solidFill>
            <a:schemeClr val="tx1"/>
          </a:solidFill>
          <a:latin typeface="+mj-lt"/>
          <a:ea typeface="+mj-ea"/>
          <a:cs typeface="+mj-cs"/>
        </a:defRPr>
      </a:lvl1pPr>
    </p:titleStyle>
    <p:bodyStyle>
      <a:lvl1pPr marL="180023" indent="-180023" algn="l" defTabSz="720090" rtl="0" eaLnBrk="1" latinLnBrk="0" hangingPunct="1">
        <a:lnSpc>
          <a:spcPct val="90000"/>
        </a:lnSpc>
        <a:spcBef>
          <a:spcPts val="788"/>
        </a:spcBef>
        <a:buFont typeface="Arial" panose="020B0604020202020204" pitchFamily="34" charset="0"/>
        <a:buChar char="•"/>
        <a:defRPr sz="2205" kern="1200">
          <a:solidFill>
            <a:schemeClr val="tx1"/>
          </a:solidFill>
          <a:latin typeface="+mn-lt"/>
          <a:ea typeface="+mn-ea"/>
          <a:cs typeface="+mn-cs"/>
        </a:defRPr>
      </a:lvl1pPr>
      <a:lvl2pPr marL="540068" indent="-180023" algn="l" defTabSz="720090" rtl="0" eaLnBrk="1" latinLnBrk="0" hangingPunct="1">
        <a:lnSpc>
          <a:spcPct val="90000"/>
        </a:lnSpc>
        <a:spcBef>
          <a:spcPts val="394"/>
        </a:spcBef>
        <a:buFont typeface="Arial" panose="020B0604020202020204" pitchFamily="34" charset="0"/>
        <a:buChar char="•"/>
        <a:defRPr sz="1890" kern="1200">
          <a:solidFill>
            <a:schemeClr val="tx1"/>
          </a:solidFill>
          <a:latin typeface="+mn-lt"/>
          <a:ea typeface="+mn-ea"/>
          <a:cs typeface="+mn-cs"/>
        </a:defRPr>
      </a:lvl2pPr>
      <a:lvl3pPr marL="900113" indent="-180023" algn="l" defTabSz="720090" rtl="0" eaLnBrk="1" latinLnBrk="0" hangingPunct="1">
        <a:lnSpc>
          <a:spcPct val="90000"/>
        </a:lnSpc>
        <a:spcBef>
          <a:spcPts val="394"/>
        </a:spcBef>
        <a:buFont typeface="Arial" panose="020B0604020202020204" pitchFamily="34" charset="0"/>
        <a:buChar char="•"/>
        <a:defRPr sz="1575" kern="1200">
          <a:solidFill>
            <a:schemeClr val="tx1"/>
          </a:solidFill>
          <a:latin typeface="+mn-lt"/>
          <a:ea typeface="+mn-ea"/>
          <a:cs typeface="+mn-cs"/>
        </a:defRPr>
      </a:lvl3pPr>
      <a:lvl4pPr marL="1260158"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4pPr>
      <a:lvl5pPr marL="1620203"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5pPr>
      <a:lvl6pPr marL="1980248"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6pPr>
      <a:lvl7pPr marL="2340293"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7pPr>
      <a:lvl8pPr marL="2700338"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8pPr>
      <a:lvl9pPr marL="3060383" indent="-180023" algn="l" defTabSz="720090" rtl="0" eaLnBrk="1" latinLnBrk="0" hangingPunct="1">
        <a:lnSpc>
          <a:spcPct val="90000"/>
        </a:lnSpc>
        <a:spcBef>
          <a:spcPts val="394"/>
        </a:spcBef>
        <a:buFont typeface="Arial" panose="020B0604020202020204" pitchFamily="34" charset="0"/>
        <a:buChar char="•"/>
        <a:defRPr sz="1418" kern="1200">
          <a:solidFill>
            <a:schemeClr val="tx1"/>
          </a:solidFill>
          <a:latin typeface="+mn-lt"/>
          <a:ea typeface="+mn-ea"/>
          <a:cs typeface="+mn-cs"/>
        </a:defRPr>
      </a:lvl9pPr>
    </p:bodyStyle>
    <p:otherStyle>
      <a:defPPr>
        <a:defRPr lang="en-US"/>
      </a:defPPr>
      <a:lvl1pPr marL="0" algn="l" defTabSz="720090" rtl="0" eaLnBrk="1" latinLnBrk="0" hangingPunct="1">
        <a:defRPr sz="1418" kern="1200">
          <a:solidFill>
            <a:schemeClr val="tx1"/>
          </a:solidFill>
          <a:latin typeface="+mn-lt"/>
          <a:ea typeface="+mn-ea"/>
          <a:cs typeface="+mn-cs"/>
        </a:defRPr>
      </a:lvl1pPr>
      <a:lvl2pPr marL="360045" algn="l" defTabSz="720090" rtl="0" eaLnBrk="1" latinLnBrk="0" hangingPunct="1">
        <a:defRPr sz="1418" kern="1200">
          <a:solidFill>
            <a:schemeClr val="tx1"/>
          </a:solidFill>
          <a:latin typeface="+mn-lt"/>
          <a:ea typeface="+mn-ea"/>
          <a:cs typeface="+mn-cs"/>
        </a:defRPr>
      </a:lvl2pPr>
      <a:lvl3pPr marL="720090" algn="l" defTabSz="720090" rtl="0" eaLnBrk="1" latinLnBrk="0" hangingPunct="1">
        <a:defRPr sz="1418" kern="1200">
          <a:solidFill>
            <a:schemeClr val="tx1"/>
          </a:solidFill>
          <a:latin typeface="+mn-lt"/>
          <a:ea typeface="+mn-ea"/>
          <a:cs typeface="+mn-cs"/>
        </a:defRPr>
      </a:lvl3pPr>
      <a:lvl4pPr marL="1080135" algn="l" defTabSz="720090" rtl="0" eaLnBrk="1" latinLnBrk="0" hangingPunct="1">
        <a:defRPr sz="1418" kern="1200">
          <a:solidFill>
            <a:schemeClr val="tx1"/>
          </a:solidFill>
          <a:latin typeface="+mn-lt"/>
          <a:ea typeface="+mn-ea"/>
          <a:cs typeface="+mn-cs"/>
        </a:defRPr>
      </a:lvl4pPr>
      <a:lvl5pPr marL="1440180" algn="l" defTabSz="720090" rtl="0" eaLnBrk="1" latinLnBrk="0" hangingPunct="1">
        <a:defRPr sz="1418" kern="1200">
          <a:solidFill>
            <a:schemeClr val="tx1"/>
          </a:solidFill>
          <a:latin typeface="+mn-lt"/>
          <a:ea typeface="+mn-ea"/>
          <a:cs typeface="+mn-cs"/>
        </a:defRPr>
      </a:lvl5pPr>
      <a:lvl6pPr marL="1800225" algn="l" defTabSz="720090" rtl="0" eaLnBrk="1" latinLnBrk="0" hangingPunct="1">
        <a:defRPr sz="1418" kern="1200">
          <a:solidFill>
            <a:schemeClr val="tx1"/>
          </a:solidFill>
          <a:latin typeface="+mn-lt"/>
          <a:ea typeface="+mn-ea"/>
          <a:cs typeface="+mn-cs"/>
        </a:defRPr>
      </a:lvl6pPr>
      <a:lvl7pPr marL="2160270" algn="l" defTabSz="720090" rtl="0" eaLnBrk="1" latinLnBrk="0" hangingPunct="1">
        <a:defRPr sz="1418" kern="1200">
          <a:solidFill>
            <a:schemeClr val="tx1"/>
          </a:solidFill>
          <a:latin typeface="+mn-lt"/>
          <a:ea typeface="+mn-ea"/>
          <a:cs typeface="+mn-cs"/>
        </a:defRPr>
      </a:lvl7pPr>
      <a:lvl8pPr marL="2520315" algn="l" defTabSz="720090" rtl="0" eaLnBrk="1" latinLnBrk="0" hangingPunct="1">
        <a:defRPr sz="1418" kern="1200">
          <a:solidFill>
            <a:schemeClr val="tx1"/>
          </a:solidFill>
          <a:latin typeface="+mn-lt"/>
          <a:ea typeface="+mn-ea"/>
          <a:cs typeface="+mn-cs"/>
        </a:defRPr>
      </a:lvl8pPr>
      <a:lvl9pPr marL="2880360" algn="l" defTabSz="720090" rtl="0" eaLnBrk="1" latinLnBrk="0" hangingPunct="1">
        <a:defRPr sz="141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EA6C6AE-2D70-D7FF-2581-FA35EF3977B7}"/>
              </a:ext>
            </a:extLst>
          </p:cNvPr>
          <p:cNvPicPr>
            <a:picLocks noChangeAspect="1"/>
          </p:cNvPicPr>
          <p:nvPr/>
        </p:nvPicPr>
        <p:blipFill>
          <a:blip r:embed="rId2"/>
          <a:stretch>
            <a:fillRect/>
          </a:stretch>
        </p:blipFill>
        <p:spPr>
          <a:xfrm>
            <a:off x="247369" y="0"/>
            <a:ext cx="6801799" cy="6401693"/>
          </a:xfrm>
          <a:prstGeom prst="rect">
            <a:avLst/>
          </a:prstGeom>
        </p:spPr>
      </p:pic>
      <p:sp>
        <p:nvSpPr>
          <p:cNvPr id="21" name="Rectangle: Rounded Corners 20">
            <a:extLst>
              <a:ext uri="{FF2B5EF4-FFF2-40B4-BE49-F238E27FC236}">
                <a16:creationId xmlns:a16="http://schemas.microsoft.com/office/drawing/2014/main" id="{9313794D-C4DD-E16B-3F7A-014B02E824BE}"/>
              </a:ext>
            </a:extLst>
          </p:cNvPr>
          <p:cNvSpPr/>
          <p:nvPr/>
        </p:nvSpPr>
        <p:spPr>
          <a:xfrm>
            <a:off x="474213" y="1785751"/>
            <a:ext cx="6227353" cy="3524379"/>
          </a:xfrm>
          <a:prstGeom prst="roundRect">
            <a:avLst>
              <a:gd name="adj" fmla="val 1767"/>
            </a:avLst>
          </a:prstGeom>
          <a:solidFill>
            <a:schemeClr val="bg1">
              <a:lumMod val="95000"/>
            </a:schemeClr>
          </a:solidFill>
          <a:ln>
            <a:solidFill>
              <a:schemeClr val="bg1">
                <a:lumMod val="7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AU" sz="1100" dirty="0">
              <a:solidFill>
                <a:schemeClr val="bg2">
                  <a:lumMod val="25000"/>
                </a:schemeClr>
              </a:solidFill>
            </a:endParaRPr>
          </a:p>
        </p:txBody>
      </p:sp>
      <p:grpSp>
        <p:nvGrpSpPr>
          <p:cNvPr id="17" name="Group 16">
            <a:extLst>
              <a:ext uri="{FF2B5EF4-FFF2-40B4-BE49-F238E27FC236}">
                <a16:creationId xmlns:a16="http://schemas.microsoft.com/office/drawing/2014/main" id="{2DF7AA0F-7287-AF8C-616B-4FCD0F4DEA00}"/>
              </a:ext>
            </a:extLst>
          </p:cNvPr>
          <p:cNvGrpSpPr/>
          <p:nvPr/>
        </p:nvGrpSpPr>
        <p:grpSpPr>
          <a:xfrm>
            <a:off x="800798" y="1188793"/>
            <a:ext cx="6029349" cy="276999"/>
            <a:chOff x="476250" y="1786759"/>
            <a:chExt cx="6443666" cy="276999"/>
          </a:xfrm>
        </p:grpSpPr>
        <p:sp>
          <p:nvSpPr>
            <p:cNvPr id="15" name="Rectangle: Rounded Corners 14">
              <a:extLst>
                <a:ext uri="{FF2B5EF4-FFF2-40B4-BE49-F238E27FC236}">
                  <a16:creationId xmlns:a16="http://schemas.microsoft.com/office/drawing/2014/main" id="{A32C9D60-0121-5A66-583D-849AB0565246}"/>
                </a:ext>
              </a:extLst>
            </p:cNvPr>
            <p:cNvSpPr/>
            <p:nvPr/>
          </p:nvSpPr>
          <p:spPr>
            <a:xfrm>
              <a:off x="476250" y="1786759"/>
              <a:ext cx="6443666" cy="276999"/>
            </a:xfrm>
            <a:prstGeom prst="roundRect">
              <a:avLst>
                <a:gd name="adj" fmla="val 29431"/>
              </a:avLst>
            </a:prstGeom>
            <a:solidFill>
              <a:schemeClr val="accent2">
                <a:lumMod val="20000"/>
                <a:lumOff val="80000"/>
              </a:schemeClr>
            </a:solidFill>
            <a:ln>
              <a:solidFill>
                <a:schemeClr val="accent2">
                  <a:lumMod val="40000"/>
                  <a:lumOff val="6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AU" sz="1100" dirty="0">
                <a:solidFill>
                  <a:schemeClr val="bg2">
                    <a:lumMod val="25000"/>
                  </a:schemeClr>
                </a:solidFill>
              </a:endParaRPr>
            </a:p>
          </p:txBody>
        </p:sp>
        <p:sp>
          <p:nvSpPr>
            <p:cNvPr id="16" name="TextBox 15">
              <a:extLst>
                <a:ext uri="{FF2B5EF4-FFF2-40B4-BE49-F238E27FC236}">
                  <a16:creationId xmlns:a16="http://schemas.microsoft.com/office/drawing/2014/main" id="{61D8D247-7E4C-4B3E-3D71-229F3D0FC9B7}"/>
                </a:ext>
              </a:extLst>
            </p:cNvPr>
            <p:cNvSpPr txBox="1"/>
            <p:nvPr/>
          </p:nvSpPr>
          <p:spPr>
            <a:xfrm>
              <a:off x="478890" y="1786759"/>
              <a:ext cx="6438383" cy="261610"/>
            </a:xfrm>
            <a:prstGeom prst="rect">
              <a:avLst/>
            </a:prstGeom>
            <a:noFill/>
          </p:spPr>
          <p:txBody>
            <a:bodyPr wrap="none" rtlCol="0">
              <a:spAutoFit/>
            </a:bodyPr>
            <a:lstStyle/>
            <a:p>
              <a:pPr algn="ctr"/>
              <a:r>
                <a:rPr lang="en-US" sz="1100" dirty="0">
                  <a:solidFill>
                    <a:schemeClr val="bg2">
                      <a:lumMod val="25000"/>
                    </a:schemeClr>
                  </a:solidFill>
                </a:rPr>
                <a:t>What's the best way to transport 200 containers from Houston to New York? I need it in 36 hours.</a:t>
              </a:r>
              <a:endParaRPr lang="en-AU" sz="1100" dirty="0">
                <a:solidFill>
                  <a:schemeClr val="bg2">
                    <a:lumMod val="25000"/>
                  </a:schemeClr>
                </a:solidFill>
              </a:endParaRPr>
            </a:p>
          </p:txBody>
        </p:sp>
      </p:grpSp>
      <p:sp>
        <p:nvSpPr>
          <p:cNvPr id="22" name="TextBox 21">
            <a:extLst>
              <a:ext uri="{FF2B5EF4-FFF2-40B4-BE49-F238E27FC236}">
                <a16:creationId xmlns:a16="http://schemas.microsoft.com/office/drawing/2014/main" id="{23CE1BA8-DC08-DE6B-7186-70D2F3B174D2}"/>
              </a:ext>
            </a:extLst>
          </p:cNvPr>
          <p:cNvSpPr txBox="1"/>
          <p:nvPr/>
        </p:nvSpPr>
        <p:spPr>
          <a:xfrm>
            <a:off x="474202" y="1780140"/>
            <a:ext cx="6130696" cy="938719"/>
          </a:xfrm>
          <a:prstGeom prst="rect">
            <a:avLst/>
          </a:prstGeom>
          <a:noFill/>
        </p:spPr>
        <p:txBody>
          <a:bodyPr wrap="square" rtlCol="0">
            <a:spAutoFit/>
          </a:bodyPr>
          <a:lstStyle/>
          <a:p>
            <a:pPr algn="just"/>
            <a:r>
              <a:rPr lang="en-US" sz="1100" dirty="0"/>
              <a:t>The optimizer recommends a combined road-and-rail route to New York, balancing cost, time, and emissions. Containers first move by truck on two highway segments, then transfer to trains for the final legs. The total cost is about </a:t>
            </a:r>
            <a:r>
              <a:rPr lang="en-US" sz="1100" b="1" dirty="0"/>
              <a:t>$60,320</a:t>
            </a:r>
            <a:r>
              <a:rPr lang="en-US" sz="1100" dirty="0"/>
              <a:t>—with trucks accounting for nearly </a:t>
            </a:r>
            <a:r>
              <a:rPr lang="en-US" sz="1100" b="1" dirty="0"/>
              <a:t>$44,000</a:t>
            </a:r>
            <a:r>
              <a:rPr lang="en-US" sz="1100" dirty="0"/>
              <a:t>, trains adding modest operating costs, and around </a:t>
            </a:r>
            <a:r>
              <a:rPr lang="en-US" sz="1100" b="1" dirty="0"/>
              <a:t>$14,500</a:t>
            </a:r>
            <a:r>
              <a:rPr lang="en-US" sz="1100" dirty="0"/>
              <a:t> in greenhouse gas taxes. This plan delivers on time at the lowest overall cost and environmental impact, as shown on the map below.</a:t>
            </a:r>
            <a:endParaRPr lang="en-AU" sz="1100" dirty="0"/>
          </a:p>
        </p:txBody>
      </p:sp>
      <p:grpSp>
        <p:nvGrpSpPr>
          <p:cNvPr id="7" name="Group 6">
            <a:extLst>
              <a:ext uri="{FF2B5EF4-FFF2-40B4-BE49-F238E27FC236}">
                <a16:creationId xmlns:a16="http://schemas.microsoft.com/office/drawing/2014/main" id="{69E593C3-4463-0E1C-2432-2DBE6ABCD5B6}"/>
              </a:ext>
            </a:extLst>
          </p:cNvPr>
          <p:cNvGrpSpPr/>
          <p:nvPr/>
        </p:nvGrpSpPr>
        <p:grpSpPr>
          <a:xfrm>
            <a:off x="1463035" y="2765839"/>
            <a:ext cx="4274830" cy="2454561"/>
            <a:chOff x="787624" y="2850748"/>
            <a:chExt cx="5625652" cy="3230188"/>
          </a:xfrm>
        </p:grpSpPr>
        <p:pic>
          <p:nvPicPr>
            <p:cNvPr id="1143" name="Picture 1142">
              <a:extLst>
                <a:ext uri="{FF2B5EF4-FFF2-40B4-BE49-F238E27FC236}">
                  <a16:creationId xmlns:a16="http://schemas.microsoft.com/office/drawing/2014/main" id="{EFA72434-D047-E8DB-C105-7D713984854D}"/>
                </a:ext>
              </a:extLst>
            </p:cNvPr>
            <p:cNvPicPr>
              <a:picLocks noChangeAspect="1"/>
            </p:cNvPicPr>
            <p:nvPr/>
          </p:nvPicPr>
          <p:blipFill>
            <a:blip r:embed="rId3"/>
            <a:srcRect t="13150" r="387" b="10681"/>
            <a:stretch>
              <a:fillRect/>
            </a:stretch>
          </p:blipFill>
          <p:spPr>
            <a:xfrm>
              <a:off x="787624" y="3068263"/>
              <a:ext cx="5625652" cy="3012673"/>
            </a:xfrm>
            <a:prstGeom prst="rect">
              <a:avLst/>
            </a:prstGeom>
          </p:spPr>
        </p:pic>
        <p:pic>
          <p:nvPicPr>
            <p:cNvPr id="1145" name="Picture 1144" descr="A line with numbers and a black background&#10;&#10;AI-generated content may be incorrect.">
              <a:extLst>
                <a:ext uri="{FF2B5EF4-FFF2-40B4-BE49-F238E27FC236}">
                  <a16:creationId xmlns:a16="http://schemas.microsoft.com/office/drawing/2014/main" id="{71561150-C661-8A0C-3F17-26CAC1AD1B75}"/>
                </a:ext>
              </a:extLst>
            </p:cNvPr>
            <p:cNvPicPr>
              <a:picLocks noChangeAspect="1"/>
            </p:cNvPicPr>
            <p:nvPr/>
          </p:nvPicPr>
          <p:blipFill>
            <a:blip r:embed="rId4">
              <a:extLst>
                <a:ext uri="{28A0092B-C50C-407E-A947-70E740481C1C}">
                  <a14:useLocalDpi xmlns:a14="http://schemas.microsoft.com/office/drawing/2010/main" val="0"/>
                </a:ext>
              </a:extLst>
            </a:blip>
            <a:srcRect l="15284" t="28170" r="16800" b="20540"/>
            <a:stretch>
              <a:fillRect/>
            </a:stretch>
          </p:blipFill>
          <p:spPr>
            <a:xfrm>
              <a:off x="4528384" y="4257388"/>
              <a:ext cx="1749106" cy="1510515"/>
            </a:xfrm>
            <a:prstGeom prst="rect">
              <a:avLst/>
            </a:prstGeom>
          </p:spPr>
        </p:pic>
        <p:sp>
          <p:nvSpPr>
            <p:cNvPr id="1138" name="Flowchart: Process 1137">
              <a:extLst>
                <a:ext uri="{FF2B5EF4-FFF2-40B4-BE49-F238E27FC236}">
                  <a16:creationId xmlns:a16="http://schemas.microsoft.com/office/drawing/2014/main" id="{7A1E09AC-3BE3-2EE4-76E5-8A0B53714A87}"/>
                </a:ext>
              </a:extLst>
            </p:cNvPr>
            <p:cNvSpPr/>
            <p:nvPr/>
          </p:nvSpPr>
          <p:spPr>
            <a:xfrm>
              <a:off x="6110075" y="4306912"/>
              <a:ext cx="138114" cy="129381"/>
            </a:xfrm>
            <a:prstGeom prst="flowChartProcess">
              <a:avLst/>
            </a:prstGeom>
            <a:solidFill>
              <a:srgbClr val="92D050"/>
            </a:solidFill>
            <a:ln w="952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42" name="Picture 1141">
              <a:extLst>
                <a:ext uri="{FF2B5EF4-FFF2-40B4-BE49-F238E27FC236}">
                  <a16:creationId xmlns:a16="http://schemas.microsoft.com/office/drawing/2014/main" id="{EC93F255-74B5-9B75-4D09-D41C50C9DD0E}"/>
                </a:ext>
              </a:extLst>
            </p:cNvPr>
            <p:cNvPicPr>
              <a:picLocks noChangeAspect="1"/>
            </p:cNvPicPr>
            <p:nvPr/>
          </p:nvPicPr>
          <p:blipFill>
            <a:blip r:embed="rId3"/>
            <a:srcRect t="1338" r="894" b="93190"/>
            <a:stretch>
              <a:fillRect/>
            </a:stretch>
          </p:blipFill>
          <p:spPr>
            <a:xfrm>
              <a:off x="787624" y="2850748"/>
              <a:ext cx="5625652" cy="217506"/>
            </a:xfrm>
            <a:prstGeom prst="rect">
              <a:avLst/>
            </a:prstGeom>
          </p:spPr>
        </p:pic>
      </p:grpSp>
      <p:pic>
        <p:nvPicPr>
          <p:cNvPr id="1148" name="Picture 6" descr="100 Progress Bar: Over 6,847 Royalty ...">
            <a:extLst>
              <a:ext uri="{FF2B5EF4-FFF2-40B4-BE49-F238E27FC236}">
                <a16:creationId xmlns:a16="http://schemas.microsoft.com/office/drawing/2014/main" id="{BD908150-0DEB-08AE-E796-6031029EC95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7025" b="23774"/>
          <a:stretch>
            <a:fillRect/>
          </a:stretch>
        </p:blipFill>
        <p:spPr bwMode="auto">
          <a:xfrm>
            <a:off x="2705298" y="1526350"/>
            <a:ext cx="2255241" cy="211740"/>
          </a:xfrm>
          <a:prstGeom prst="rect">
            <a:avLst/>
          </a:prstGeom>
          <a:noFill/>
          <a:extLst>
            <a:ext uri="{909E8E84-426E-40DD-AFC4-6F175D3DCCD1}">
              <a14:hiddenFill xmlns:a14="http://schemas.microsoft.com/office/drawing/2010/main">
                <a:solidFill>
                  <a:srgbClr val="FFFFFF"/>
                </a:solidFill>
              </a14:hiddenFill>
            </a:ext>
          </a:extLst>
        </p:spPr>
      </p:pic>
      <p:sp>
        <p:nvSpPr>
          <p:cNvPr id="1149" name="TextBox 1148">
            <a:extLst>
              <a:ext uri="{FF2B5EF4-FFF2-40B4-BE49-F238E27FC236}">
                <a16:creationId xmlns:a16="http://schemas.microsoft.com/office/drawing/2014/main" id="{50C0B2F9-6F15-9903-2C76-CAF02DCD1CFF}"/>
              </a:ext>
            </a:extLst>
          </p:cNvPr>
          <p:cNvSpPr txBox="1"/>
          <p:nvPr/>
        </p:nvSpPr>
        <p:spPr>
          <a:xfrm>
            <a:off x="3559627" y="1513713"/>
            <a:ext cx="433132" cy="215444"/>
          </a:xfrm>
          <a:prstGeom prst="rect">
            <a:avLst/>
          </a:prstGeom>
          <a:noFill/>
        </p:spPr>
        <p:txBody>
          <a:bodyPr wrap="none" rtlCol="0">
            <a:spAutoFit/>
          </a:bodyPr>
          <a:lstStyle/>
          <a:p>
            <a:r>
              <a:rPr lang="en-AU" sz="800" dirty="0"/>
              <a:t>100%</a:t>
            </a:r>
          </a:p>
        </p:txBody>
      </p:sp>
      <p:cxnSp>
        <p:nvCxnSpPr>
          <p:cNvPr id="1161" name="Straight Connector 1160">
            <a:extLst>
              <a:ext uri="{FF2B5EF4-FFF2-40B4-BE49-F238E27FC236}">
                <a16:creationId xmlns:a16="http://schemas.microsoft.com/office/drawing/2014/main" id="{682CBB19-5767-4D9E-7558-CC7D9C879B5F}"/>
              </a:ext>
            </a:extLst>
          </p:cNvPr>
          <p:cNvCxnSpPr/>
          <p:nvPr/>
        </p:nvCxnSpPr>
        <p:spPr>
          <a:xfrm>
            <a:off x="596095" y="2725823"/>
            <a:ext cx="5856648"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230" name="Rectangle 1229">
            <a:extLst>
              <a:ext uri="{FF2B5EF4-FFF2-40B4-BE49-F238E27FC236}">
                <a16:creationId xmlns:a16="http://schemas.microsoft.com/office/drawing/2014/main" id="{34B615BD-EBF7-C42C-CB96-EF80141BA8B9}"/>
              </a:ext>
            </a:extLst>
          </p:cNvPr>
          <p:cNvSpPr/>
          <p:nvPr/>
        </p:nvSpPr>
        <p:spPr>
          <a:xfrm>
            <a:off x="1695644" y="140364"/>
            <a:ext cx="1952625" cy="161976"/>
          </a:xfrm>
          <a:prstGeom prst="rect">
            <a:avLst/>
          </a:prstGeom>
          <a:solidFill>
            <a:srgbClr val="E0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1050" dirty="0">
                <a:solidFill>
                  <a:schemeClr val="tx1"/>
                </a:solidFill>
              </a:rPr>
              <a:t>chatbot.recoil.ise.utk.edu</a:t>
            </a:r>
          </a:p>
        </p:txBody>
      </p:sp>
    </p:spTree>
    <p:extLst>
      <p:ext uri="{BB962C8B-B14F-4D97-AF65-F5344CB8AC3E}">
        <p14:creationId xmlns:p14="http://schemas.microsoft.com/office/powerpoint/2010/main" val="39694347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4104</TotalTime>
  <Words>122</Words>
  <Application>Microsoft Office PowerPoint</Application>
  <PresentationFormat>Custom</PresentationFormat>
  <Paragraphs>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Haowen Xu</dc:creator>
  <cp:lastModifiedBy>Haowen Xu</cp:lastModifiedBy>
  <cp:revision>7</cp:revision>
  <dcterms:created xsi:type="dcterms:W3CDTF">2025-07-01T03:37:03Z</dcterms:created>
  <dcterms:modified xsi:type="dcterms:W3CDTF">2025-10-08T03:22:22Z</dcterms:modified>
</cp:coreProperties>
</file>